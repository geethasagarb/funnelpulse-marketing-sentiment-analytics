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8" r:id="rId1"/>
  </p:sldMasterIdLst>
  <p:sldIdLst>
    <p:sldId id="256" r:id="rId2"/>
    <p:sldId id="257" r:id="rId3"/>
    <p:sldId id="259" r:id="rId4"/>
    <p:sldId id="258"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08" autoAdjust="0"/>
    <p:restoredTop sz="96236" autoAdjust="0"/>
  </p:normalViewPr>
  <p:slideViewPr>
    <p:cSldViewPr snapToGrid="0">
      <p:cViewPr varScale="1">
        <p:scale>
          <a:sx n="128" d="100"/>
          <a:sy n="128" d="100"/>
        </p:scale>
        <p:origin x="108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156509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889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764DE79-268F-4C1A-8933-263129D2AF90}" type="datetimeFigureOut">
              <a:rPr lang="en-US" smtClean="0"/>
              <a:t>7/11/26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3675230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764DE79-268F-4C1A-8933-263129D2AF90}" type="datetimeFigureOut">
              <a:rPr lang="en-US" smtClean="0"/>
              <a:t>7/11/26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71002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764DE79-268F-4C1A-8933-263129D2AF90}" type="datetimeFigureOut">
              <a:rPr lang="en-US" smtClean="0"/>
              <a:t>7/11/26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57255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7/11/26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41419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7/11/26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28778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C764DE79-268F-4C1A-8933-263129D2AF90}" type="datetimeFigureOut">
              <a:rPr lang="en-US" smtClean="0"/>
              <a:t>7/11/26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20543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764DE79-268F-4C1A-8933-263129D2AF90}" type="datetimeFigureOut">
              <a:rPr lang="en-US" smtClean="0"/>
              <a:t>7/11/26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18158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30525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01424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51699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C764DE79-268F-4C1A-8933-263129D2AF90}" type="datetimeFigureOut">
              <a:rPr lang="en-US" smtClean="0"/>
              <a:t>7/11/26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080622365"/>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860" r:id="rId12"/>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alpha val="9461"/>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a:xfrm>
            <a:off x="1430977" y="1644733"/>
            <a:ext cx="9237023" cy="2195430"/>
          </a:xfrm>
        </p:spPr>
        <p:txBody>
          <a:bodyPr anchor="ctr">
            <a:normAutofit fontScale="90000"/>
          </a:bodyPr>
          <a:lstStyle/>
          <a:p>
            <a:r>
              <a:rPr lang="en-US" sz="4800" dirty="0"/>
              <a:t>Marketing Analytics Portfolio Project</a:t>
            </a:r>
            <a:br>
              <a:rPr lang="nb-NO" sz="4800" dirty="0"/>
            </a:br>
            <a:r>
              <a:rPr lang="en-US" sz="4800" dirty="0"/>
              <a:t> Presentation</a:t>
            </a:r>
            <a:endParaRPr lang="nb-NO" sz="4800" dirty="0"/>
          </a:p>
        </p:txBody>
      </p:sp>
      <p:sp>
        <p:nvSpPr>
          <p:cNvPr id="4" name="TextBox 3">
            <a:extLst>
              <a:ext uri="{FF2B5EF4-FFF2-40B4-BE49-F238E27FC236}">
                <a16:creationId xmlns:a16="http://schemas.microsoft.com/office/drawing/2014/main" id="{363609D5-4DAA-BBF1-10F1-BA4BB1575BDB}"/>
              </a:ext>
            </a:extLst>
          </p:cNvPr>
          <p:cNvSpPr txBox="1"/>
          <p:nvPr/>
        </p:nvSpPr>
        <p:spPr>
          <a:xfrm>
            <a:off x="5918200" y="3914001"/>
            <a:ext cx="4445000" cy="646331"/>
          </a:xfrm>
          <a:prstGeom prst="rect">
            <a:avLst/>
          </a:prstGeom>
          <a:solidFill>
            <a:schemeClr val="accent2"/>
          </a:solidFill>
        </p:spPr>
        <p:txBody>
          <a:bodyPr wrap="square" rtlCol="0" anchor="b">
            <a:spAutoFit/>
          </a:bodyPr>
          <a:lstStyle/>
          <a:p>
            <a:r>
              <a:rPr lang="en-US" dirty="0"/>
              <a:t>Presented by Geetha Sagar Bonthu &amp; </a:t>
            </a:r>
            <a:r>
              <a:rPr lang="en-US" dirty="0" err="1"/>
              <a:t>Jyothirmayi</a:t>
            </a:r>
            <a:r>
              <a:rPr lang="en-US" dirty="0"/>
              <a:t> Bavi Reddy</a:t>
            </a:r>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a:xfrm>
            <a:off x="838200" y="261600"/>
            <a:ext cx="7729728" cy="1188720"/>
          </a:xfrm>
        </p:spPr>
        <p:txBody>
          <a:bodyPr>
            <a:normAutofit/>
          </a:bodyPr>
          <a:lstStyle/>
          <a:p>
            <a:pPr algn="l"/>
            <a:r>
              <a:rPr lang="nb-NO" sz="4000" dirty="0" err="1"/>
              <a:t>Overview</a:t>
            </a:r>
            <a:endParaRPr lang="nb-NO" sz="4000"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a:xfrm>
            <a:off x="1581912" y="523614"/>
            <a:ext cx="7729728" cy="1188720"/>
          </a:xfrm>
        </p:spPr>
        <p:txBody>
          <a:bodyPr/>
          <a:lstStyle/>
          <a:p>
            <a:pPr algn="l"/>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a:xfrm>
            <a:off x="1581912" y="2193438"/>
            <a:ext cx="4271771" cy="3546588"/>
          </a:xfrm>
        </p:spPr>
        <p:txBody>
          <a:bodyPr>
            <a:normAutofit fontScale="475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193439"/>
            <a:ext cx="5696559" cy="3416714"/>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a:xfrm>
            <a:off x="1581912" y="471699"/>
            <a:ext cx="7729728" cy="1188720"/>
          </a:xfrm>
        </p:spPr>
        <p:txBody>
          <a:bodyPr/>
          <a:lstStyle/>
          <a:p>
            <a:pPr algn="l"/>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a:xfrm>
            <a:off x="1581912" y="1789531"/>
            <a:ext cx="4271771" cy="4596770"/>
          </a:xfrm>
        </p:spPr>
        <p:txBody>
          <a:bodyPr>
            <a:normAutofit fontScale="775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a:xfrm>
            <a:off x="1581912" y="386881"/>
            <a:ext cx="7729728" cy="1188720"/>
          </a:xfrm>
        </p:spPr>
        <p:txBody>
          <a:bodyPr/>
          <a:lstStyle/>
          <a:p>
            <a:pPr algn="l"/>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a:xfrm>
            <a:off x="1581912" y="1792673"/>
            <a:ext cx="4271771" cy="4420329"/>
          </a:xfrm>
        </p:spPr>
        <p:txBody>
          <a:bodyPr>
            <a:normAutofit fontScale="55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a:xfrm>
            <a:off x="841190" y="426347"/>
            <a:ext cx="9607661" cy="1086327"/>
          </a:xfrm>
        </p:spPr>
        <p:txBody>
          <a:bodyPr/>
          <a:lstStyle/>
          <a:p>
            <a:pPr algn="l"/>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a:xfrm>
            <a:off x="1351824" y="1896118"/>
            <a:ext cx="1262350" cy="431710"/>
          </a:xfrm>
        </p:spPr>
        <p:txBody>
          <a:bodyPr/>
          <a:lstStyle/>
          <a:p>
            <a:r>
              <a:rPr lang="en-US" dirty="0">
                <a:solidFill>
                  <a:schemeClr val="tx1"/>
                </a:solidFill>
              </a:rPr>
              <a:t>Goals</a:t>
            </a:r>
            <a:endParaRPr lang="nb-NO" dirty="0">
              <a:solidFill>
                <a:schemeClr val="tx1"/>
              </a:solidFill>
            </a:endParaRPr>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327828"/>
            <a:ext cx="5157787" cy="4165047"/>
          </a:xfrm>
        </p:spPr>
        <p:txBody>
          <a:bodyPr>
            <a:normAutofit fontScale="55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a:xfrm>
            <a:off x="6631145" y="1863267"/>
            <a:ext cx="1430161" cy="497412"/>
          </a:xfrm>
        </p:spPr>
        <p:txBody>
          <a:bodyPr vert="horz" lIns="91440" tIns="45720" rIns="91440" bIns="45720" rtlCol="0" anchor="b">
            <a:normAutofit/>
          </a:bodyPr>
          <a:lstStyle/>
          <a:p>
            <a:r>
              <a:rPr lang="en-US" dirty="0">
                <a:solidFill>
                  <a:schemeClr val="tx1"/>
                </a:solidFill>
              </a:rPr>
              <a:t>Actions</a:t>
            </a:r>
            <a:endParaRPr lang="nb-NO" dirty="0">
              <a:solidFill>
                <a:schemeClr val="tx1"/>
              </a:solidFill>
            </a:endParaRPr>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434661"/>
            <a:ext cx="5183188" cy="4165047"/>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96D3E78-2313-1CCF-B26A-0E59C4BB13D5}"/>
              </a:ext>
            </a:extLst>
          </p:cNvPr>
          <p:cNvSpPr txBox="1"/>
          <p:nvPr/>
        </p:nvSpPr>
        <p:spPr>
          <a:xfrm>
            <a:off x="4701961" y="3075057"/>
            <a:ext cx="2788077" cy="707886"/>
          </a:xfrm>
          <a:prstGeom prst="rect">
            <a:avLst/>
          </a:prstGeom>
          <a:noFill/>
        </p:spPr>
        <p:txBody>
          <a:bodyPr wrap="square" rtlCol="0">
            <a:spAutoFit/>
          </a:bodyPr>
          <a:lstStyle/>
          <a:p>
            <a:pPr algn="ctr"/>
            <a:r>
              <a:rPr lang="en-US" sz="4000" dirty="0"/>
              <a:t>Thank You</a:t>
            </a:r>
          </a:p>
        </p:txBody>
      </p:sp>
    </p:spTree>
    <p:extLst>
      <p:ext uri="{BB962C8B-B14F-4D97-AF65-F5344CB8AC3E}">
        <p14:creationId xmlns:p14="http://schemas.microsoft.com/office/powerpoint/2010/main" val="172946655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125</TotalTime>
  <Words>799</Words>
  <Application>Microsoft Macintosh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Gill Sans MT</vt:lpstr>
      <vt:lpstr>Parcel</vt:lpstr>
      <vt:lpstr>Marketing Analytics Portfolio Project  Presentation</vt:lpstr>
      <vt:lpstr>Overview</vt:lpstr>
      <vt:lpstr>Decreased Conversion Rates</vt:lpstr>
      <vt:lpstr>Reduced Customer Engagement</vt:lpstr>
      <vt:lpstr>Customer Feedback Analysis</vt:lpstr>
      <vt:lpstr>Goals &amp; Actions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Bonthu, Geetha Sagar (bonthugr)</cp:lastModifiedBy>
  <cp:revision>4</cp:revision>
  <dcterms:created xsi:type="dcterms:W3CDTF">2024-09-03T15:16:05Z</dcterms:created>
  <dcterms:modified xsi:type="dcterms:W3CDTF">2026-07-12T03:17:51Z</dcterms:modified>
</cp:coreProperties>
</file>